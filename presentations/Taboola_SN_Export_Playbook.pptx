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boola-white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"/>
            <a:ext cx="1028929" cy="2560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05584" y="347472"/>
            <a:ext cx="13716" cy="146304"/>
          </a:xfrm>
          <a:prstGeom prst="rect">
            <a:avLst/>
          </a:prstGeom>
          <a:solidFill>
            <a:srgbClr val="7A9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nexity-white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312" y="292608"/>
            <a:ext cx="1148944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EC8FF"/>
                </a:solidFill>
                <a:latin typeface="Calibri"/>
              </a:rPr>
              <a:t>INTERNAL PLAYBOOK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1064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How to export a Sales Navigator list to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5D4E4"/>
                </a:solidFill>
                <a:latin typeface="Calibri"/>
              </a:rPr>
              <a:t>Open the list. Ask Cursor. Get the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17720"/>
            <a:ext cx="1005840" cy="54864"/>
          </a:xfrm>
          <a:prstGeom prst="rect">
            <a:avLst/>
          </a:prstGeom>
          <a:solidFill>
            <a:srgbClr val="00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Manzar Imam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120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BB0C4"/>
                </a:solidFill>
                <a:latin typeface="Calibri"/>
              </a:rPr>
              <a:t>SDR  ·  Taboola  ·  Connexity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B0C4"/>
                </a:solidFill>
                <a:latin typeface="Calibri"/>
              </a:rPr>
              <a:t>Internal  ·  prepared by Manzar Imam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BB0C4"/>
                </a:solidFill>
                <a:latin typeface="Calibri"/>
              </a:rPr>
              <a:t>1  / 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boola-blue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"/>
            <a:ext cx="1028929" cy="2560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05584" y="347472"/>
            <a:ext cx="13716" cy="14630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nexity-dark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312" y="292608"/>
            <a:ext cx="1148944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74980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6F0"/>
                </a:solidFill>
                <a:latin typeface="Calibri"/>
              </a:rPr>
              <a:t>WHY THIS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1D37"/>
                </a:solidFill>
                <a:latin typeface="Calibri"/>
              </a:rPr>
              <a:t>Finding leads in Sales Nav is the job. Pulling a bulk list out is the grind.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93392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0452A"/>
                </a:solidFill>
                <a:latin typeface="Calibr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32004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A5E73"/>
                </a:solidFill>
                <a:latin typeface="Calibri"/>
              </a:rPr>
              <a:t>You search, filter and save 50–130 people into a list. Then you still need them in a sheet or CRM.
There is often no Download. 25 names per page. Copy-paste into Excel. Titles break. LinkedIn links get lost. Easy to skip a page.
A 129-person list is six pages of clicking — time you are not writing InMails.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91440" cy="4297680"/>
          </a:xfrm>
          <a:prstGeom prst="rect">
            <a:avLst/>
          </a:prstGeom>
          <a:solidFill>
            <a:srgbClr val="00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993392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6F0"/>
                </a:solidFill>
                <a:latin typeface="Calibri"/>
              </a:rPr>
              <a:t>How we solve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331720"/>
            <a:ext cx="31089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A5E73"/>
                </a:solidFill>
                <a:latin typeface="Calibri"/>
              </a:rPr>
              <a:t>Leave the saved list open in Chrome.
In Cursor Agent, send one sentence.
Cursor reads every page and writes a CSV to Downloads: name, title, company, location, LinkedIn URL.
No Chrome extension. No copy-paste.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429000" cy="4297680"/>
          </a:xfrm>
          <a:prstGeom prst="roundRect">
            <a:avLst>
              <a:gd name="adj" fmla="val 8000"/>
            </a:avLst>
          </a:prstGeom>
          <a:solidFill>
            <a:srgbClr val="00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99339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EC8FF"/>
                </a:solidFill>
                <a:latin typeface="Calibri"/>
              </a:rPr>
              <a:t>The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377440"/>
            <a:ext cx="30175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Minutes, not a half-hour of clicking.
Full list, not a partial one.
Nicole 2: 129/129
SIMILAR MERCHENT V2: 49/49
Same file goes into Sheets, Salesforce or a sequence the same day. Repeat on every new list.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5E73"/>
                </a:solidFill>
                <a:latin typeface="Calibri"/>
              </a:rPr>
              <a:t>Internal  ·  prepared by Manzar Imam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A5E73"/>
                </a:solidFill>
                <a:latin typeface="Calibri"/>
              </a:rPr>
              <a:t>2  / 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boola-blue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"/>
            <a:ext cx="1028929" cy="2560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05584" y="347472"/>
            <a:ext cx="13716" cy="14630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nexity-dark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312" y="292608"/>
            <a:ext cx="1148944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731520"/>
            <a:ext cx="10972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6F0"/>
                </a:solidFill>
                <a:latin typeface="Calibri"/>
              </a:rPr>
              <a:t>BEFORE YOU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1D37"/>
                </a:solidFill>
                <a:latin typeface="Calibri"/>
              </a:rPr>
              <a:t>You only need four things.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81328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57276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1D37"/>
                </a:solidFill>
                <a:latin typeface="Calibri"/>
              </a:rPr>
              <a:t>1  Chrome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938528"/>
            <a:ext cx="2468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5E73"/>
                </a:solidFill>
                <a:latin typeface="Calibri"/>
              </a:rPr>
              <a:t>Logged in to Sales Navigator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481328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157276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1D37"/>
                </a:solidFill>
                <a:latin typeface="Calibri"/>
              </a:rPr>
              <a:t>2  A saved 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1938528"/>
            <a:ext cx="2468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5E73"/>
                </a:solidFill>
                <a:latin typeface="Calibri"/>
              </a:rPr>
              <a:t>Open in a Lead lists tab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481328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3" y="157276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1D37"/>
                </a:solidFill>
                <a:latin typeface="Calibri"/>
              </a:rPr>
              <a:t>3  Cursor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3" y="1938528"/>
            <a:ext cx="2468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5E73"/>
                </a:solidFill>
                <a:latin typeface="Calibri"/>
              </a:rPr>
              <a:t>Install once from cursor.com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19" y="1481328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6023" y="157276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1D37"/>
                </a:solidFill>
                <a:latin typeface="Calibri"/>
              </a:rPr>
              <a:t>4  One Chrome tick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3" y="1938528"/>
            <a:ext cx="2468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5E73"/>
                </a:solidFill>
                <a:latin typeface="Calibri"/>
              </a:rPr>
              <a:t>Shown on the next slide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697480"/>
            <a:ext cx="111099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hot_sn_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34640"/>
            <a:ext cx="5542156" cy="32461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8640" y="6510528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5E73"/>
                </a:solidFill>
                <a:latin typeface="Calibri"/>
              </a:rPr>
              <a:t>Internal  ·  prepared by Manzar Imam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10528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A5E73"/>
                </a:solidFill>
                <a:latin typeface="Calibri"/>
              </a:rPr>
              <a:t>3  / 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boola-blue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"/>
            <a:ext cx="1028929" cy="2560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05584" y="347472"/>
            <a:ext cx="13716" cy="14630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nexity-dark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312" y="292608"/>
            <a:ext cx="1148944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731520"/>
            <a:ext cx="10972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6F0"/>
                </a:solidFill>
                <a:latin typeface="Calibri"/>
              </a:rPr>
              <a:t>ONE-TIME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8755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1D37"/>
                </a:solidFill>
                <a:latin typeface="Calibri"/>
              </a:rPr>
              <a:t>Do this once. Then skip it next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5E73"/>
                </a:solidFill>
                <a:latin typeface="Calibri"/>
              </a:rPr>
              <a:t>1  Install Cursor from cursor.com and sign in.    2  Open chat (Cmd+I) and set mode to Agent.    3  Turn on the Chrome tick below.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55321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2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6F0"/>
                </a:solidFill>
                <a:latin typeface="Calibri"/>
              </a:rPr>
              <a:t>Cursor  ·  Agent, not Ask</a:t>
            </a:r>
          </a:p>
        </p:txBody>
      </p:sp>
      <p:pic>
        <p:nvPicPr>
          <p:cNvPr id="12" name="Picture 11" descr="shot_cursor_ag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04288"/>
            <a:ext cx="5166360" cy="275539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63640" y="1874519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9339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6F0"/>
                </a:solidFill>
                <a:latin typeface="Calibri"/>
              </a:rPr>
              <a:t>Chrome  ·  View → Developer</a:t>
            </a:r>
          </a:p>
        </p:txBody>
      </p:sp>
      <p:pic>
        <p:nvPicPr>
          <p:cNvPr id="15" name="Picture 14" descr="shot_chrome_men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304288"/>
            <a:ext cx="5029200" cy="258644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510528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5E73"/>
                </a:solidFill>
                <a:latin typeface="Calibri"/>
              </a:rPr>
              <a:t>Internal  ·  prepared by Manzar Imam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A5E73"/>
                </a:solidFill>
                <a:latin typeface="Calibri"/>
              </a:rPr>
              <a:t>4  / 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boola-blue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"/>
            <a:ext cx="1028929" cy="2560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05584" y="347472"/>
            <a:ext cx="13716" cy="14630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nexity-dark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312" y="292608"/>
            <a:ext cx="1148944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71323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6F0"/>
                </a:solidFill>
                <a:latin typeface="Calibri"/>
              </a:rPr>
              <a:t>EVERY LIST AFTER THAT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5097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1D37"/>
                </a:solidFill>
                <a:latin typeface="Calibri"/>
              </a:rPr>
              <a:t>Three steps. Follow the pictures.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37033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463040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1D37"/>
                </a:solidFill>
                <a:latin typeface="Calibri"/>
              </a:rPr>
              <a:t>1  Open the list</a:t>
            </a:r>
          </a:p>
        </p:txBody>
      </p:sp>
      <p:pic>
        <p:nvPicPr>
          <p:cNvPr id="11" name="Picture 10" descr="shot_sn_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1792224"/>
            <a:ext cx="3383280" cy="19816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512" y="416052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5E73"/>
                </a:solidFill>
                <a:latin typeface="Calibri"/>
              </a:rPr>
              <a:t>Lead lists → your list. Check the total.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87368" y="2834640"/>
            <a:ext cx="256032" cy="164592"/>
          </a:xfrm>
          <a:prstGeom prst="rightArrow">
            <a:avLst/>
          </a:prstGeom>
          <a:solidFill>
            <a:srgbClr val="00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61688" y="1389888"/>
            <a:ext cx="37033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463040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1D37"/>
                </a:solidFill>
                <a:latin typeface="Calibri"/>
              </a:rPr>
              <a:t>2  Ask Cursor</a:t>
            </a:r>
          </a:p>
        </p:txBody>
      </p:sp>
      <p:pic>
        <p:nvPicPr>
          <p:cNvPr id="16" name="Picture 15" descr="shot_cursor_ag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1792224"/>
            <a:ext cx="3383280" cy="18044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26280" y="416052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5E73"/>
                </a:solidFill>
                <a:latin typeface="Calibri"/>
              </a:rPr>
              <a:t>Agent mode. Paste the sentence. Return.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946136" y="2834640"/>
            <a:ext cx="256032" cy="164592"/>
          </a:xfrm>
          <a:prstGeom prst="rightArrow">
            <a:avLst/>
          </a:prstGeom>
          <a:solidFill>
            <a:srgbClr val="00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0456" y="1389888"/>
            <a:ext cx="37033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1463040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1D37"/>
                </a:solidFill>
                <a:latin typeface="Calibri"/>
              </a:rPr>
              <a:t>3  Check Downloads</a:t>
            </a:r>
          </a:p>
        </p:txBody>
      </p:sp>
      <p:pic>
        <p:nvPicPr>
          <p:cNvPr id="21" name="Picture 20" descr="shot_download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1792224"/>
            <a:ext cx="3383280" cy="15788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85048" y="416052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5E73"/>
                </a:solidFill>
                <a:latin typeface="Calibri"/>
              </a:rPr>
              <a:t>Open the CSV. Rows must match the total.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73168"/>
            <a:ext cx="11155680" cy="1417320"/>
          </a:xfrm>
          <a:prstGeom prst="roundRect">
            <a:avLst>
              <a:gd name="adj" fmla="val 8000"/>
            </a:avLst>
          </a:prstGeom>
          <a:solidFill>
            <a:srgbClr val="00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01184"/>
            <a:ext cx="10698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EC8FF"/>
                </a:solidFill>
                <a:latin typeface="Calibri"/>
              </a:rPr>
              <a:t>Paste this in Cursor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9379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Export the open Sales Navigator lead list to CSV. Save it in Downloads.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5099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4E4"/>
                </a:solidFill>
                <a:latin typeface="Calibri"/>
              </a:rPr>
              <a:t>If Cursor says the Chrome switch is off, do setup step 3, then reply: 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5E73"/>
                </a:solidFill>
                <a:latin typeface="Calibri"/>
              </a:rPr>
              <a:t>Internal  ·  prepared by Manzar Imam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510528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A5E73"/>
                </a:solidFill>
                <a:latin typeface="Calibri"/>
              </a:rPr>
              <a:t>5  / 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